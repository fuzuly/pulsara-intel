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0" y="0"/>
            <a:ext cx="3931920" cy="685800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0" y="137160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0" dirty="0">
                <a:solidFill>
                  <a:srgbClr val="000000"/>
                </a:solidFill>
              </a:rPr>
              <a:t>☕</a:t>
            </a:r>
            <a:endParaRPr lang="en-US" sz="12000" dirty="0"/>
          </a:p>
        </p:txBody>
      </p:sp>
      <p:sp>
        <p:nvSpPr>
          <p:cNvPr id="6" name="Text 4"/>
          <p:cNvSpPr/>
          <p:nvPr/>
        </p:nvSpPr>
        <p:spPr>
          <a:xfrm>
            <a:off x="548640" y="128016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REKABET ANALİZİ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548640" y="2148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İstihbarat Platformu — Sistem Dokümantasyonu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intel.pulsaraai.com · Türkiye Kahve Sektörü · 20 Marka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2011680" cy="45720"/>
          </a:xfrm>
          <a:prstGeom prst="rect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832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Hazırlama Tarihi: 2 Haziran 2026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 — Yalnızca İç Kullanım İçin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Genel Bilgileri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Teknik altyapı ve erişim bilgileri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492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1005840"/>
            <a:ext cx="548640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64008" cy="1325880"/>
          </a:xfrm>
          <a:prstGeom prst="rect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43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URL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4630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intel.pulsaraai.com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17920" y="1005840"/>
            <a:ext cx="548640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17920" y="1005840"/>
            <a:ext cx="64008" cy="1325880"/>
          </a:xfrm>
          <a:prstGeom prst="rect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0" y="11430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Teknoloji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14630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+ Vite + TailwindCSS + Recharts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560320"/>
            <a:ext cx="548640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560320"/>
            <a:ext cx="64008" cy="1325880"/>
          </a:xfrm>
          <a:prstGeom prst="rect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697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0175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(Static Site) — GitHub otomatik deploy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2560320"/>
            <a:ext cx="548640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17920" y="2560320"/>
            <a:ext cx="64008" cy="1325880"/>
          </a:xfrm>
          <a:prstGeom prst="rect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69748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 API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30175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— espressolab-scraper-production.up.railway.app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114800"/>
            <a:ext cx="548640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4114800"/>
            <a:ext cx="64008" cy="1325880"/>
          </a:xfrm>
          <a:prstGeom prst="rect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251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Veritabanı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5720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(Rakip + Haber verileri)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217920" y="4114800"/>
            <a:ext cx="5486400" cy="132588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17920" y="4114800"/>
            <a:ext cx="64008" cy="1325880"/>
          </a:xfrm>
          <a:prstGeom prst="rect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0" y="425196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Versiyon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00800" y="457200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v1.0.0 — Haziran 2026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0" y="630936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Rekabet Analizi — Sistem Dokümantasyonu  |  2 Haziran 2026  |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Menü &amp; Sayfa Yapısı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ana navigasyon öğesi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492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585216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698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Ana Dashboard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10698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35331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özeti, engagement trendi, Google puanları, son haberler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400800" y="1005840"/>
            <a:ext cx="585216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06984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Rakip Analizi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692640" y="106984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/rakip-analizi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37960" y="135331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marka, radar grafik, skor tablosu, Google puan modal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1810512"/>
            <a:ext cx="585216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8745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🍽️  Menü Karşılaştırması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18745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/menu-karsilastirmasi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1480" y="215798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fiyat matrisi, renk kodlaması, kategori filtresi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400800" y="1810512"/>
            <a:ext cx="585216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187452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Satış Analizi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692640" y="187452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/satis-analizi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537960" y="2157984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Aylık/haftalık satışlar, top ürünler, şehir dağılımı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2615184"/>
            <a:ext cx="585216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6791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Sosyal Medya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66160" y="26791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/sosyal-medya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11480" y="2962656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Instagram, Google Maps itibar, duygu analizi, AI aksiyon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400800" y="2615184"/>
            <a:ext cx="585216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6791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  Yeni Ürün Radar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92640" y="267919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/yeni-urun-radar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37960" y="2962656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OSINT ürün lansmanları, 3 güven katmanı, yaklaşan ürünler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74320" y="3419856"/>
            <a:ext cx="585216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4838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 OSINT Raporları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66160" y="34838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/osint-raporlari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11480" y="376732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kelimeler, sentiment skorları, haber akışı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400800" y="3419856"/>
            <a:ext cx="585216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348386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  Haber Akışı (CANLI)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692640" y="34838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/son-dakika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537960" y="3767328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API — gerçek zamanlı kahve sektörü haberleri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4224528"/>
            <a:ext cx="585216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11480" y="42885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Şube Puan Analizi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3566160" y="42885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/sube-puanlari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11480" y="45720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1375+ şube, boşluk analizi, pivot tablo, scatter grafik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6400800" y="4224528"/>
            <a:ext cx="585216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37960" y="428853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 Gloria Jean's (YENİ)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9692640" y="42885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/gloria-jeans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537960" y="45720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Derinlemesine marka raporu, canlı şube puanları, SWOT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274320" y="5029200"/>
            <a:ext cx="585216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1480" y="50932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 Müşteri Deneyimi Paneli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566160" y="50932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gloriajeans.pulsaraai.com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11480" y="537667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Dış link — Gloria Jean's müşteri deneyimi yönetimi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6400800" y="5029200"/>
            <a:ext cx="5852160" cy="713232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537960" y="509320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Raporlar &amp; Export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9692640" y="509320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/raporlar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537960" y="537667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(.xlsx) ve PowerPoint (.pptx) rapor indirme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0" y="630936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Rekabet Analizi — Sistem Dokümantasyonu  |  2 Haziran 2026  |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Mimarisi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Statik dosyalar + Canlı Railway API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49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STATİK VERİ DOSYALARI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competitorData.js — 20 marka skor/şube/fiyat verileri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167335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menuData.js — Ürün fiyat matrisi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1975104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newProductData.js — OSINT ürün lansmanları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27685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osintData.js — Sentiment + trend kelimeler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257860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instagramProfiles.json — 11 hesap profili (May 2026)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28803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instagramPosts.json — 11 hesap etkileşim (May 2026)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182112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googleMapsRatings.json — 7 marka puan/trend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10058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CANLI RAILWAY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0" y="137160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/api/branches → Şube Puan Analizi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0" y="167335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/api/news → Haber Akışı + Dashboard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197510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/api/competitors → Rakip fiyat verileri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2276856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0" y="257860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Jobs (otomatik):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400800" y="2880360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 gece 02:00 — Tüm scraper'lar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0" y="3182112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 6 saatte — Haber taraması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0" y="3483864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Her 6 saatte — Fiyat güncelleme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65760" y="5029200"/>
            <a:ext cx="11430000" cy="91440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21208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(fuzuly/pulsara-intel)  →  Render (Static Site)  →  intel.pulsaraai.com  →  Railway API  →  MongoDB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0" y="630936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Rekabet Analizi — Sistem Dokümantasyonu  |  2 Haziran 2026  |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 Puan Analizi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1375+ şube — Google Maps verisi — Canlı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492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5760720" cy="12801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43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Düşük Performans Alarmı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Puan &lt; 3.5 VE yorum &gt; 100 olan şubeler. Gerçek müşteri şikayeti riski.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005840"/>
            <a:ext cx="5760720" cy="12801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143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En İyi / En Kötü 10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583680" y="150876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Ağırlıklı skor = Puan × log10(Yorum+1). Min 10 yorum şartı.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5760720" cy="12801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606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Puan Dağılımı (Tıklanabilir)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9718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aralık bar grafik. Bara tıklayınca o aralıktaki şubeler filtrelenir.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0" y="2468880"/>
            <a:ext cx="5760720" cy="12801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6060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Boşluk Analizi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0" y="29718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 şehirde hangi marka var/yok. Referans marka seçilebilir.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931920"/>
            <a:ext cx="5760720" cy="12801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069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Şehir × Marka Pivot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43484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yoğun 15 şehir. Ortalama puan + şube sayısı matrisi.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3931920"/>
            <a:ext cx="5760720" cy="12801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40690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Şube Listesi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83680" y="443484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50'lik sayfalama. Tüm sütunlar sıralanabilir. Google Maps linki.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0" y="630936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Rekabet Analizi — Sistem Dokümantasyonu  |  2 Haziran 2026  |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Gloria Jean's — Marka İstihbarat Sayfası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Derinlemesine analiz + Canlı şube verileri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4922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1005840"/>
            <a:ext cx="576072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972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Kartları (8 adet)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Şube sayısı, pazar payı, fiyat, Google puanı, Instagram takipçi/etkileşim, NPS, çalışan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0" y="1005840"/>
            <a:ext cx="576072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0972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 Radar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14630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boyut: Kalite, Bilinirlik, Sadakat, Sosyal, İnovasyon, Dijital, Menü, Sürdürülebilirlik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194560"/>
            <a:ext cx="576072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286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Rakip Karşılaştırması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6517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puanı ve Instagram etkileşimi karşılaştırma barları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0" y="2194560"/>
            <a:ext cx="576072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28600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 Şube Puanları (YENİ)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83680" y="265176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API: En iyi 5 / En kötü 5 GJ şubesi. Google Maps linkleri.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3383280"/>
            <a:ext cx="576072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747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Şehir Bazında GJ (YENİ)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38404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fazla şubeli 12 şehir. Ortalama puan + şube sayısı.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400800" y="3383280"/>
            <a:ext cx="576072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83680" y="34747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Analizi @gjcsturkey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583680" y="38404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metrik: Takipçi, etkileşim, doğrulama, hesap türü (29 Mayıs 2026)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572000"/>
            <a:ext cx="576072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663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Duygu Analizi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5029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%62 olumlu / %23 nötr / %15 olumsuz. Şikayet ve övgü etiketleri.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0" y="4572000"/>
            <a:ext cx="5760720" cy="1051560"/>
          </a:xfrm>
          <a:prstGeom prst="rect">
            <a:avLst/>
          </a:prstGeom>
          <a:solidFill>
            <a:srgbClr val="1A2235"/>
          </a:solidFill>
          <a:ln w="12700">
            <a:solidFill>
              <a:srgbClr val="2A3A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0" y="466344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SWOT + 2026 Ürünler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83680" y="502920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Güçlü/Zayıf/Fırsat/Tehdit analizi. Aktif ve yaklaşan ürünler.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0" y="630936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Rekabet Analizi — Sistem Dokümantasyonu  |  2 Haziran 2026  |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Raporlar &amp; Export Sistemi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+ PowerPoint otomatik üretim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868680"/>
            <a:ext cx="11247120" cy="0"/>
          </a:xfrm>
          <a:prstGeom prst="line">
            <a:avLst/>
          </a:prstGeom>
          <a:noFill/>
          <a:ln w="12700">
            <a:solidFill>
              <a:srgbClr val="C49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EXCEL RAPORU (.xlsx)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Genel KPI Özeti (1 sayfa)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86537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Rakip Analizi — 20 marka (1 sayfa)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677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Menü Karşılaştırması (1 sayfa)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67004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Satış Analizi (2 sayfa)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07238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Sosyal Medya (1 sayfa)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474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OSINT Raporları (2 sayfa)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023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Otomatik filtreli tablo + Türkçe format + Hücre renk kodlaması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🖥️ POWERPOINT SUNUMU (.pptx)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14630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Slayt 1: Kapak — Tarih otomatik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186537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Slayt 2: KPI Özeti (6 metrik)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0" y="226771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Slayt 3: Pazar Payı Tablosu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267004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Slayt 4: Rakip Skor Karşılaştırması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0" y="3072384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Slayt 5: Sosyal Medya Performansı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0" y="347472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Slayt 6: Yeni Ürün Radar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00800" y="3877056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Slayt 7: OSINT Duygu Analizi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0" y="4279392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Slayt 8: Kapanış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0" y="630936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Rekabet Analizi — Sistem Dokümantasyonu  |  2 Haziran 2026  |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624"/>
          </a:solidFill>
          <a:ln w="12700">
            <a:solidFill>
              <a:srgbClr val="0F162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C4922A"/>
          </a:solidFill>
          <a:ln w="12700">
            <a:solidFill>
              <a:srgbClr val="C4922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286000"/>
            <a:ext cx="12192000" cy="228600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11247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C492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Rekabet Analizi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İstihbarat Platformu — Sistem Dokümantasyonu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2651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B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intel.pulsaraai.com  ·  Türkiye Kahve Sektörü  ·  20 Marka  ·  2 Haziran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28800" y="438912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GİZLİ — Yalnızca Yetkili Kullanıcılar İçin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Rekabet Analizi — Sistem Dokümantasyonu</dc:title>
  <dc:subject>PptxGenJS Presentation</dc:subject>
  <dc:creator>PptxGenJS</dc:creator>
  <cp:lastModifiedBy>PptxGenJS</cp:lastModifiedBy>
  <cp:revision>1</cp:revision>
  <dcterms:created xsi:type="dcterms:W3CDTF">2026-06-01T21:03:46Z</dcterms:created>
  <dcterms:modified xsi:type="dcterms:W3CDTF">2026-06-01T21:03:46Z</dcterms:modified>
</cp:coreProperties>
</file>